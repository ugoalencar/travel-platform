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VIAGENS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de Agência + Corretores + Clientes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O Problema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Planilhas Excel fragmentadas (vendas, financeiro, histórico de clientes)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Sem automação de ofertas baseadas em preferências do cliente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Clientes não têm histórico centralizado de suas viagens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Sem comunicação automática pré/pós viagem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Corretores sem visibilidade de comissões e vendas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A Solução: Ecossistema de 3 Aplicações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🏢 AGÊNCIA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Dashboard de vendas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CRM de clientes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Propostas &amp; Roteiros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Financeiro completo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Gestão de corretores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Monitoramento de desejos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Envio de ofertas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💼 CORRETORES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Minhas vendas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Comissões em tempo real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Carteira de clientes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Leads atribuídos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Histórico de vendas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Payout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09728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👥 CLIENTE/VIAJANTE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Histórico de viagens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Perfil com email único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Meus desejos/pretensões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Ofertas personalizadas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Notificações pré-viagem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Feedback pós-viagem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Arquitetura Técnica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React/TypeScript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118872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CE7F3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280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Mobile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React Native/PWA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18872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280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Admin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React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560320"/>
            <a:ext cx="6400800" cy="9144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651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Backend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Node.js + Express | PostgreSQL | Redis | Firebase (Notificações)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840480"/>
            <a:ext cx="6400800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Infraestrutura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AWS/GCP | Docker + CI/CD | Monitoramento (Sentry)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Fluxo Principal: Cliente → Oferta → Viagem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Cliente Define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Desejo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5400000">
            <a:off x="2286000" y="1645920"/>
            <a:ext cx="274320" cy="457200"/>
          </a:xfrm>
          <a:prstGeom prst="triangle">
            <a:avLst/>
          </a:prstGeom>
          <a:solidFill>
            <a:srgbClr val="1F2937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13716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EC4899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Agência Vê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Notificação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4297680" y="1645920"/>
            <a:ext cx="274320" cy="457200"/>
          </a:xfrm>
          <a:prstGeom prst="triangle">
            <a:avLst/>
          </a:prstGeom>
          <a:solidFill>
            <a:srgbClr val="1F2937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3716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Agência Faz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Oferta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5400000">
            <a:off x="6309360" y="1645920"/>
            <a:ext cx="274320" cy="457200"/>
          </a:xfrm>
          <a:prstGeom prst="triangle">
            <a:avLst/>
          </a:prstGeom>
          <a:solidFill>
            <a:srgbClr val="1F293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13716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Cliente Compra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Viagem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138160" cy="1737360"/>
          </a:xfrm>
          <a:prstGeom prst="roundRect">
            <a:avLst>
              <a:gd name="adj" fmla="val 2632"/>
            </a:avLst>
          </a:prstGeom>
          <a:solidFill>
            <a:srgbClr val="F3F4F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80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⚙️ Após compra: Automações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2461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1. Histórico automático vinculado ao cliente (email)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2. Notificações pré-viagem: dicas, checklist, mapa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886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3. Comunicação pré-retorno: feedback, avaliação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2062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4. Comissões de corretor atualizadas em tempo real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</a:rPr>
              <a:t>Decisões Críticas (Antes de Começar)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1. Modelo de Negócio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A) SaaS Compartilhado (múltiplas agências, menos customização)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B) White-label (cada agência tem sua marca, mais caro)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C) Híbrido (primeira customizada, próximas SaaS)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2. Histórico Multi-Agência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A) Só viagens dessa agência (simples)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B) Multi-agência se ambas usam seu sistema (complexo)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C) Deixa para Fase 2 (recomendado)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3. Integrações com Fornecedores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88620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A) Nenhuma no MVP (cliente adiciona manualmente)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11480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B) Booking.com integrada desde o início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34340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C) Deixa para Fase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MVP vs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✅ MVP (Meses 1-6)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• CRM de clientes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• Propostas &amp; Roteiros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• Histórico de viagens (dessa agência)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• Financeiro (simplificado)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• App Cliente (web-app)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• Desejos/Matching manual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• Portal de corretores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• Notificações push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⏸️ Fase 2 (Meses 7+)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• Matching automático (IA)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• Histórico multi-agência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• Integrações (Booking, etc)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• App nativo (iOS/Android)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• Financeiro avançado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• Automação de emails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• Analytics &amp; Dashboards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• Integrações GDS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Timeline: 6 Meses para MVP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Mês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Backend core + Auth + DB design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280160"/>
            <a:ext cx="610819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16.7%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Mês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Agência web (CRM + Propostas)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365760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874520"/>
            <a:ext cx="1217981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1783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33.3%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Mês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Financeiro + Portal Corretores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365760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468880"/>
            <a:ext cx="182880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50%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2971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Mês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App Cliente + Histórico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365760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3063240"/>
            <a:ext cx="2435962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2971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66.6%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566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Mês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Matching + Notificações + Feedback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657600"/>
            <a:ext cx="365760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3657600"/>
            <a:ext cx="3046781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3566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83.3%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Mês 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4160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Bug fixes + Go-live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251960"/>
            <a:ext cx="365760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4251960"/>
            <a:ext cx="365760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160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Investimento Estimado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Backend (APIs, BD, autenticação)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R$12-15k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Web Agência (vendas + CRM)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R$10-15k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Financeiro (simplificado)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R$8-12k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App Cliente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R$8-12k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Matching + Notificações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3108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R$8-12k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Infraestrutura + DevOps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R$3-5k/mês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TOTAL MVP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R$80-120k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Equipe Necessária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2-3 Desenvolvedores (backend + frontend)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1 DevOps/Infra (setup + CI/CD)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846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1 Designer/UX (optativo, pode ser parcial)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</a:rPr>
              <a:t>Riscos e Mitigações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⚠️ Scope Creep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➜ Contrato claro. MVP definido. Change requests formais.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⚠️ Timeline estoura 3 meses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3113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➜ Reuniões semanais. Prototipagem rápida. MVP bem enxuto.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5968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⚠️ Cliente quer tudo simultâneo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895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➜ Apresentar fases claramente. Mostrar valor após Mês 2.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2552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⚠️ Integração com fornecedores complexa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4787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➜ Deixa para Fase 2. MVP sem integrações externas.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9136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⚠️ Dados/Privacy (LGPD)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2062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</a:rPr>
              <a:t>➜ Termos de serviço claros. Compliance desde o início.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Próximos Passos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Semana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1. Responder as 3 decisões críticas (modelo, histórico, integrações)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2. Fazer perguntas ao cliente (orçamento, urgência, preferências)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Semana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1. Criar documento de visão detalhado (escopo, fluxos, MVP vs Fase 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2. Preparar demonstração conceitual (wireframes ou prototipagem rápida)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Semana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1. Reunião com cliente + desenvolvedores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2. Definir contrato (orçamento, timeline, escopo)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3. Iniciar design de banco de dados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resolver juntos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2026-08-17T13:00:34Z</dcterms:created>
  <dcterms:modified xsi:type="dcterms:W3CDTF">2026-08-17T13:00:34Z</dcterms:modified>
</cp:coreProperties>
</file>